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Outer-Loop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→ Test → Deploy, with automated failure diagnosis &amp; fix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915400" y="384048"/>
            <a:ext cx="502920" cy="0"/>
          </a:xfrm>
          <a:prstGeom prst="line">
            <a:avLst/>
          </a:prstGeom>
          <a:noFill/>
          <a:ln w="28575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09760" y="274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flow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915400" y="749808"/>
            <a:ext cx="502920" cy="0"/>
          </a:xfrm>
          <a:prstGeom prst="line">
            <a:avLst/>
          </a:prstGeom>
          <a:noFill/>
          <a:ln w="28575">
            <a:solidFill>
              <a:srgbClr val="DC2626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9509760" y="640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flow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737360" cy="822960"/>
          </a:xfrm>
          <a:prstGeom prst="roundRect">
            <a:avLst>
              <a:gd name="adj" fmla="val 11111"/>
            </a:avLst>
          </a:prstGeom>
          <a:solidFill>
            <a:srgbClr val="334155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3716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/ PR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34640" y="1371600"/>
            <a:ext cx="1737360" cy="822960"/>
          </a:xfrm>
          <a:prstGeom prst="roundRect">
            <a:avLst>
              <a:gd name="adj" fmla="val 11111"/>
            </a:avLst>
          </a:prstGeom>
          <a:solidFill>
            <a:srgbClr val="334155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34640" y="13716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212080" y="1371600"/>
            <a:ext cx="1737360" cy="822960"/>
          </a:xfrm>
          <a:prstGeom prst="roundRect">
            <a:avLst>
              <a:gd name="adj" fmla="val 11111"/>
            </a:avLst>
          </a:prstGeom>
          <a:solidFill>
            <a:srgbClr val="334155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12080" y="13716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89520" y="1371600"/>
            <a:ext cx="1737360" cy="822960"/>
          </a:xfrm>
          <a:prstGeom prst="roundRect">
            <a:avLst>
              <a:gd name="adj" fmla="val 11111"/>
            </a:avLst>
          </a:prstGeom>
          <a:solidFill>
            <a:srgbClr val="334155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89520" y="13716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966960" y="1371600"/>
            <a:ext cx="1737360" cy="822960"/>
          </a:xfrm>
          <a:prstGeom prst="roundRect">
            <a:avLst>
              <a:gd name="adj" fmla="val 11111"/>
            </a:avLst>
          </a:prstGeom>
          <a:solidFill>
            <a:srgbClr val="16A34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966960" y="13716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194560" y="1783080"/>
            <a:ext cx="640080" cy="0"/>
          </a:xfrm>
          <a:prstGeom prst="line">
            <a:avLst/>
          </a:prstGeom>
          <a:noFill/>
          <a:ln w="28575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72000" y="1783080"/>
            <a:ext cx="640080" cy="0"/>
          </a:xfrm>
          <a:prstGeom prst="line">
            <a:avLst/>
          </a:prstGeom>
          <a:noFill/>
          <a:ln w="28575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949440" y="1783080"/>
            <a:ext cx="640080" cy="0"/>
          </a:xfrm>
          <a:prstGeom prst="line">
            <a:avLst/>
          </a:prstGeom>
          <a:noFill/>
          <a:ln w="28575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326880" y="1783080"/>
            <a:ext cx="640080" cy="0"/>
          </a:xfrm>
          <a:prstGeom prst="line">
            <a:avLst/>
          </a:prstGeom>
          <a:noFill/>
          <a:ln w="28575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703320" y="2194560"/>
            <a:ext cx="0" cy="822960"/>
          </a:xfrm>
          <a:prstGeom prst="line">
            <a:avLst/>
          </a:prstGeom>
          <a:noFill/>
          <a:ln w="25400">
            <a:solidFill>
              <a:srgbClr val="DC2626"/>
            </a:solidFill>
            <a:prstDash val="dash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080760" y="2194560"/>
            <a:ext cx="0" cy="822960"/>
          </a:xfrm>
          <a:prstGeom prst="line">
            <a:avLst/>
          </a:prstGeom>
          <a:noFill/>
          <a:ln w="25400">
            <a:solidFill>
              <a:srgbClr val="DC2626"/>
            </a:solidFill>
            <a:prstDash val="dash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458200" y="2194560"/>
            <a:ext cx="0" cy="822960"/>
          </a:xfrm>
          <a:prstGeom prst="line">
            <a:avLst/>
          </a:prstGeom>
          <a:noFill/>
          <a:ln w="25400">
            <a:solidFill>
              <a:srgbClr val="DC2626"/>
            </a:solidFill>
            <a:prstDash val="dash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743200" y="301752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FEE2E2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0" y="309067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Analysis Agents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903220" y="3456432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03220" y="345643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Failure Agent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74920" y="3456432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345643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Failure Agent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246620" y="3456432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46620" y="345643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Failure Agent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080760" y="3977640"/>
            <a:ext cx="0" cy="320040"/>
          </a:xfrm>
          <a:prstGeom prst="line">
            <a:avLst/>
          </a:prstGeom>
          <a:noFill/>
          <a:ln w="25400">
            <a:solidFill>
              <a:srgbClr val="DC2626"/>
            </a:solidFill>
            <a:prstDash val="dash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166360" y="4297680"/>
            <a:ext cx="1828800" cy="914400"/>
          </a:xfrm>
          <a:prstGeom prst="diamond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66360" y="42976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applies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cleanly?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995160" y="4754880"/>
            <a:ext cx="960120" cy="0"/>
          </a:xfrm>
          <a:prstGeom prst="line">
            <a:avLst/>
          </a:prstGeom>
          <a:noFill/>
          <a:ln w="28575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7132320" y="44622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955280" y="4407408"/>
            <a:ext cx="3291840" cy="868680"/>
          </a:xfrm>
          <a:prstGeom prst="roundRect">
            <a:avLst>
              <a:gd name="adj" fmla="val 8421"/>
            </a:avLst>
          </a:prstGeom>
          <a:solidFill>
            <a:srgbClr val="DCFCE7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55280" y="45171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Auto-fix PR opened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955280" y="48646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pushed · CI re-runs on the fix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114800" y="4754880"/>
            <a:ext cx="1051560" cy="0"/>
          </a:xfrm>
          <a:prstGeom prst="line">
            <a:avLst/>
          </a:prstGeom>
          <a:noFill/>
          <a:ln w="28575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4663440" y="44622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22960" y="4407408"/>
            <a:ext cx="329184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" y="44988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 posted 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comment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22960" y="49743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investigation needed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failure gets a diagnosis — clean patches also get a ready-to-review pull request.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2026-08-06T02:33:11Z</dcterms:created>
  <dcterms:modified xsi:type="dcterms:W3CDTF">2026-08-06T02:33:11Z</dcterms:modified>
</cp:coreProperties>
</file>